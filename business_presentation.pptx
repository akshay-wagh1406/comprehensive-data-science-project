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sldIdLst>
    <p:sldId id="278" r:id="rId5"/>
    <p:sldId id="279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>
                <a:effectLst/>
              </a:rPr>
              <a:t>Comprehensive Data Science</a:t>
            </a:r>
            <a:br>
              <a:rPr lang="en-IN" b="1" dirty="0">
                <a:effectLst/>
              </a:rPr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Business Intelligence &amp; Predictive Analytics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dirty="0"/>
              <a:t>Problem Statement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indent="0">
              <a:buNone/>
            </a:pPr>
            <a:r>
              <a:rPr lang="en-US" sz="2400" dirty="0"/>
              <a:t>Businesses face challenges in customer retention, sales optimization, and house price forecasting.</a:t>
            </a:r>
          </a:p>
          <a:p>
            <a:pPr marL="36900" lv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AC85-9843-7F1B-30B0-A43360B54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Project Objectives</a:t>
            </a:r>
            <a:r>
              <a:rPr lang="en-US" sz="4800" dirty="0"/>
              <a:t>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5A5B6-EE9B-4721-B99E-8DA29F4C6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endParaRPr lang="en-US" sz="2000" dirty="0"/>
          </a:p>
          <a:p>
            <a:r>
              <a:rPr lang="en-US" sz="2000" dirty="0"/>
              <a:t> Predict Customer Churn</a:t>
            </a:r>
          </a:p>
          <a:p>
            <a:r>
              <a:rPr lang="en-US" sz="2000" dirty="0"/>
              <a:t> Predict House Prices</a:t>
            </a:r>
          </a:p>
          <a:p>
            <a:r>
              <a:rPr lang="en-US" sz="2000" dirty="0"/>
              <a:t> Analyze Sales Trends</a:t>
            </a:r>
          </a:p>
          <a:p>
            <a:r>
              <a:rPr lang="en-US" sz="2000" dirty="0"/>
              <a:t> Deploy ML Models</a:t>
            </a:r>
          </a:p>
          <a:p>
            <a:pPr marL="36900" lvl="0" indent="0">
              <a:buNone/>
            </a:pP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811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D960-DEB6-62CD-2FD9-B50BA21C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C207-3C5B-CAC7-C90A-4BD7F82C5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Churn Dataset</a:t>
            </a:r>
          </a:p>
          <a:p>
            <a:r>
              <a:rPr lang="en-US" dirty="0"/>
              <a:t>House Prices Dataset</a:t>
            </a:r>
          </a:p>
          <a:p>
            <a:r>
              <a:rPr lang="en-US" dirty="0"/>
              <a:t>Sales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55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C9EC-7C9E-565C-52F6-66E4A925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F5DB6-F182-DEAC-E313-598E22AAC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Handling Missing Values</a:t>
            </a:r>
          </a:p>
          <a:p>
            <a:r>
              <a:rPr lang="en-US" dirty="0"/>
              <a:t> Removing Duplicates</a:t>
            </a:r>
          </a:p>
          <a:p>
            <a:r>
              <a:rPr lang="en-US" dirty="0"/>
              <a:t> Encoding Features</a:t>
            </a:r>
          </a:p>
          <a:p>
            <a:r>
              <a:rPr lang="en-US" dirty="0"/>
              <a:t> Scaling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A0C7-B4A1-6AAF-49BC-C5F003F2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C03B7-FF9C-04DA-71D2-65D1935C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321"/>
            <a:ext cx="10353762" cy="3714749"/>
          </a:xfrm>
        </p:spPr>
        <p:txBody>
          <a:bodyPr/>
          <a:lstStyle/>
          <a:p>
            <a:r>
              <a:rPr lang="en-US" dirty="0"/>
              <a:t>Performed trend analysis, churn analysis, and sales visualization using charts.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36BBD-B6AE-A999-8B90-541D49CE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20" y="2485717"/>
            <a:ext cx="9153832" cy="411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3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5D05-45C3-6431-62B8-AB57F377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62924-114A-ACF4-0E8D-4E85BC49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Random Forest Classifier</a:t>
            </a:r>
          </a:p>
          <a:p>
            <a:r>
              <a:rPr lang="en-IN" dirty="0"/>
              <a:t> Random Forest Regressor</a:t>
            </a:r>
          </a:p>
          <a:p>
            <a:r>
              <a:rPr lang="en-IN" dirty="0"/>
              <a:t> Model Evaluation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988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C267-24B6-9998-1005-5E3C629A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938B-8DB0-1CC9-C762-573F364DB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42153"/>
            <a:ext cx="10353762" cy="3714749"/>
          </a:xfrm>
        </p:spPr>
        <p:txBody>
          <a:bodyPr/>
          <a:lstStyle/>
          <a:p>
            <a:r>
              <a:rPr lang="en-US" dirty="0"/>
              <a:t>Customer Churn Accuracy: 87%</a:t>
            </a:r>
          </a:p>
          <a:p>
            <a:r>
              <a:rPr lang="en-US" dirty="0"/>
              <a:t>House Price Prediction R² Score: 91%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3B369-C150-15C5-FE66-335A8AFD0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20" y="2894608"/>
            <a:ext cx="8868696" cy="361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5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1DFE-5EFC-B864-0E17-8A0F4DF7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3279-5A73-826D-F92A-64AE67663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Flask-based deployment created with user-friendly prediction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49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49F9-624F-DC97-022E-9CBBA52D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4468"/>
            <a:ext cx="10353762" cy="1257300"/>
          </a:xfrm>
        </p:spPr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564D0-D961-A02E-F6E7-D19A1C82B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81408"/>
            <a:ext cx="10353762" cy="3714749"/>
          </a:xfrm>
        </p:spPr>
        <p:txBody>
          <a:bodyPr/>
          <a:lstStyle/>
          <a:p>
            <a:r>
              <a:rPr lang="en-US" dirty="0"/>
              <a:t>• High monthly charges increase churn</a:t>
            </a:r>
          </a:p>
          <a:p>
            <a:r>
              <a:rPr lang="en-US" dirty="0"/>
              <a:t>• Premium locations increase house prices</a:t>
            </a:r>
          </a:p>
          <a:p>
            <a:r>
              <a:rPr lang="en-US" dirty="0"/>
              <a:t>• Seasonal sales trends observed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7BDA1-5A7E-1F56-9425-811EDD480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6" y="2891299"/>
            <a:ext cx="8790039" cy="371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69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0943-0C1D-1295-E426-A751DBF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229B2-E8A3-512B-E54A-F26DE625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Improve customer loyalty</a:t>
            </a:r>
          </a:p>
          <a:p>
            <a:r>
              <a:rPr lang="en-US" dirty="0"/>
              <a:t> Invest in premium locations</a:t>
            </a:r>
          </a:p>
          <a:p>
            <a:r>
              <a:rPr lang="en-US" dirty="0"/>
              <a:t> Increase marketing during low-sales months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13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13A5-5895-713A-9149-6BBAC8E8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107EC-4D4E-08F5-AD1E-0588C434E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Missing Data</a:t>
            </a:r>
          </a:p>
          <a:p>
            <a:r>
              <a:rPr lang="en-US" dirty="0"/>
              <a:t> Feature Encoding</a:t>
            </a:r>
          </a:p>
          <a:p>
            <a:r>
              <a:rPr lang="en-US" dirty="0"/>
              <a:t> Deployment Errors</a:t>
            </a:r>
          </a:p>
          <a:p>
            <a:r>
              <a:rPr lang="en-US" dirty="0"/>
              <a:t> Model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624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B003-4DF0-A416-EDFB-D9889E69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877B2-134D-BF8D-95ED-65B1AC53B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Cloud Deployment</a:t>
            </a:r>
          </a:p>
          <a:p>
            <a:r>
              <a:rPr lang="en-US" dirty="0"/>
              <a:t> Deep Learning</a:t>
            </a:r>
          </a:p>
          <a:p>
            <a:r>
              <a:rPr lang="en-US" dirty="0"/>
              <a:t> Power BI Integration</a:t>
            </a:r>
          </a:p>
          <a:p>
            <a:r>
              <a:rPr lang="en-US" dirty="0"/>
              <a:t> Real-time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056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398B3-967A-E1E9-4A8C-06B383ED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D2A8B-F748-DF4A-6DB2-CE12879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successfully demonstrates a complete end-to-end Data Science workflow.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621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{43587F8C-4672-4570-AA2C-0E0E2B256D97}TFe742eee6-54b3-45e8-a03d-f3d997f9b6caf6c338c2_win32-3734725ae7e2</Template>
  <TotalTime>36</TotalTime>
  <Words>204</Words>
  <Application>Microsoft Office PowerPoint</Application>
  <PresentationFormat>Widescreen</PresentationFormat>
  <Paragraphs>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Goudy Old Style</vt:lpstr>
      <vt:lpstr>Wingdings 2</vt:lpstr>
      <vt:lpstr>SlateVTI</vt:lpstr>
      <vt:lpstr>Comprehensive Data Science </vt:lpstr>
      <vt:lpstr>Problem Statement </vt:lpstr>
      <vt:lpstr>Project Objectives </vt:lpstr>
      <vt:lpstr>Datasets Used</vt:lpstr>
      <vt:lpstr>Data Preprocessing</vt:lpstr>
      <vt:lpstr>Exploratory Data Analysis</vt:lpstr>
      <vt:lpstr>Machine Learning Models</vt:lpstr>
      <vt:lpstr>Model Performance</vt:lpstr>
      <vt:lpstr>Deployment</vt:lpstr>
      <vt:lpstr>Business Insights</vt:lpstr>
      <vt:lpstr>Business Recommendations</vt:lpstr>
      <vt:lpstr>Challenges Faced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WAGH</dc:creator>
  <cp:lastModifiedBy>AKSHAY WAGH</cp:lastModifiedBy>
  <cp:revision>1</cp:revision>
  <dcterms:created xsi:type="dcterms:W3CDTF">2026-05-19T04:27:53Z</dcterms:created>
  <dcterms:modified xsi:type="dcterms:W3CDTF">2026-05-19T05:04:06Z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